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53"/>
    <p:restoredTop sz="94652"/>
  </p:normalViewPr>
  <p:slideViewPr>
    <p:cSldViewPr snapToGrid="0">
      <p:cViewPr varScale="1">
        <p:scale>
          <a:sx n="59" d="100"/>
          <a:sy n="59" d="100"/>
        </p:scale>
        <p:origin x="7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4F865-DEB8-8113-8823-CF989E1212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A5A3E5-6D2B-FC4A-23CE-251945459F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3639DB-338B-BE38-6362-56A6D61C4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AAFA1-2063-074E-AC94-DC787C9EFE8F}" type="datetimeFigureOut">
              <a:rPr lang="es-ES_tradnl" smtClean="0"/>
              <a:t>16/09/2025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16029-AA01-3246-8A79-088211BAD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922D1-96D4-4876-1EE8-78933C8E0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F2DD4-66F1-6747-B433-65ACEA97F57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80634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131E7-5BED-C6E3-2F9A-A9BBD0FD0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8BE87-E613-899B-C99F-035B6B3E4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CB122-03A2-3719-DEF2-299E77E22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AAFA1-2063-074E-AC94-DC787C9EFE8F}" type="datetimeFigureOut">
              <a:rPr lang="es-ES_tradnl" smtClean="0"/>
              <a:t>16/09/2025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3B644-C815-CB2F-5C98-4AA1F761C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D5EB1-D2C2-A72C-01D4-73CDA00CE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F2DD4-66F1-6747-B433-65ACEA97F57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968579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DC6C8-88BC-2F55-0B0D-180834821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94D954-B54C-0918-B70B-9362404868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DAED5-5B6C-2CF7-DF80-BB5D85A3A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AAFA1-2063-074E-AC94-DC787C9EFE8F}" type="datetimeFigureOut">
              <a:rPr lang="es-ES_tradnl" smtClean="0"/>
              <a:t>16/09/2025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E84934-79E6-8DB4-9873-B53BBD767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4A746-B49E-E5F3-0159-F480F7405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F2DD4-66F1-6747-B433-65ACEA97F57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99739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4C633-8410-BA25-7644-59EF1BA6E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40221-BC55-F377-7A01-4BC2C0BFAE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4999B4-D3AC-D154-3519-CF88B488DD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1CF966-CFB2-EC30-D93F-A23CD0DC5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AAFA1-2063-074E-AC94-DC787C9EFE8F}" type="datetimeFigureOut">
              <a:rPr lang="es-ES_tradnl" smtClean="0"/>
              <a:t>16/09/2025</a:t>
            </a:fld>
            <a:endParaRPr lang="es-ES_trad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9F6B6-49AD-E628-69F1-DDEC8FC72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AB4ABF-1038-AE97-6A7E-B64CEB56E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F2DD4-66F1-6747-B433-65ACEA97F57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76041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399BC-57F6-60EE-65D8-00E15468C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137C01-475C-528A-F5E4-F65A354E70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2E1569-0238-2F10-8FE6-74C03C4BAF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EF2B6D-E21C-6929-5A50-8AD7ECAA0A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42DEFF-DF0A-5469-59EE-4CA3A8A4D1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E3A735-8BB0-C7BE-4813-BC7977430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AAFA1-2063-074E-AC94-DC787C9EFE8F}" type="datetimeFigureOut">
              <a:rPr lang="es-ES_tradnl" smtClean="0"/>
              <a:t>16/09/2025</a:t>
            </a:fld>
            <a:endParaRPr lang="es-ES_trad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61DAAC-D8E7-419D-AE2F-407DEA5A8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2664F8-A60B-B391-1ED3-60C6ACB97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F2DD4-66F1-6747-B433-65ACEA97F57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50350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28701-1F75-41A1-BE76-6A47C941B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48FFD3-FBB3-3A4A-7934-701335F54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AAFA1-2063-074E-AC94-DC787C9EFE8F}" type="datetimeFigureOut">
              <a:rPr lang="es-ES_tradnl" smtClean="0"/>
              <a:t>16/09/2025</a:t>
            </a:fld>
            <a:endParaRPr lang="es-ES_trad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1372F9-14E6-852C-991D-3FEEE7C2A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FC4331-8042-7ED7-2C85-632D0F9ED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F2DD4-66F1-6747-B433-65ACEA97F57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5090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9D7816-F487-491A-1F44-8F42A92DE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AAFA1-2063-074E-AC94-DC787C9EFE8F}" type="datetimeFigureOut">
              <a:rPr lang="es-ES_tradnl" smtClean="0"/>
              <a:t>16/09/2025</a:t>
            </a:fld>
            <a:endParaRPr lang="es-ES_trad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9F9999-7A99-7032-5DB0-7E8B0F914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576136-81E7-6954-CC20-C05AEEE5B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F2DD4-66F1-6747-B433-65ACEA97F57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46473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40968-0E65-3678-58EC-7BADC656D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C784B-8212-6A79-F7B9-D5E965A18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1C76FA-628B-90F7-0838-38A08DB695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983195-535D-9AC4-BF96-B4AA1FCC5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AAFA1-2063-074E-AC94-DC787C9EFE8F}" type="datetimeFigureOut">
              <a:rPr lang="es-ES_tradnl" smtClean="0"/>
              <a:t>16/09/2025</a:t>
            </a:fld>
            <a:endParaRPr lang="es-ES_trad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4C4B6B-ABA5-80B4-4D1B-85536BFC9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9BD7B0-F0F8-DDF9-2930-F2883E56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F2DD4-66F1-6747-B433-65ACEA97F57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67115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B0EC7-28AD-55C6-B4D3-9D7EA3C2B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AC06D-DFC1-3118-17F7-BBDF19B1F7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9A8278-4694-4625-EF5F-FDDF6D3061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3E9AEA-D87E-14CF-ACE5-378E62C6A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AAFA1-2063-074E-AC94-DC787C9EFE8F}" type="datetimeFigureOut">
              <a:rPr lang="es-ES_tradnl" smtClean="0"/>
              <a:t>16/09/2025</a:t>
            </a:fld>
            <a:endParaRPr lang="es-ES_trad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9B2F13-1332-C081-6925-DEE56A6EB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7CAEAD-1A9C-2A2E-3995-FFCF2FD18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F2DD4-66F1-6747-B433-65ACEA97F57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14821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CE89D-2BAE-2953-E0C7-723A82EF1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01D943-68A8-0B0C-64BC-E314FAFE7A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A7341-91B7-76F4-8016-13C862F97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AAFA1-2063-074E-AC94-DC787C9EFE8F}" type="datetimeFigureOut">
              <a:rPr lang="es-ES_tradnl" smtClean="0"/>
              <a:t>16/09/2025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7C10F-51B9-EFD6-AF8B-9B586F455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EF548-6259-7B71-8F07-057260625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F2DD4-66F1-6747-B433-65ACEA97F57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99099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D1955E-B6DF-59D8-5D9F-EB2E19724D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9B8BE5-14CA-2989-4723-17EE11ABD3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71758-F53E-2CAA-2EC8-63D3DB42C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AAFA1-2063-074E-AC94-DC787C9EFE8F}" type="datetimeFigureOut">
              <a:rPr lang="es-ES_tradnl" smtClean="0"/>
              <a:t>16/09/2025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24C593-4CE4-C1B2-85A7-2C18ADADD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4BEF7F-4232-6BA4-23BA-902631F9B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CF2DD4-66F1-6747-B433-65ACEA97F57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9059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A76D8F-6F11-E167-4442-EDB6D451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34F913-4428-CD26-C95F-D5E71DAC6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19A06-2D17-A7C1-1C38-678C15A683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3AAFA1-2063-074E-AC94-DC787C9EFE8F}" type="datetimeFigureOut">
              <a:rPr lang="es-ES_tradnl" smtClean="0"/>
              <a:t>16/09/2025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B7903-F2B0-7270-B341-858829B04F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A443B-8980-E79A-7196-9E2E21F5F8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CF2DD4-66F1-6747-B433-65ACEA97F578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43246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03E0A25-7547-AFD8-0E35-B25FBAA84B93}"/>
              </a:ext>
            </a:extLst>
          </p:cNvPr>
          <p:cNvSpPr/>
          <p:nvPr/>
        </p:nvSpPr>
        <p:spPr>
          <a:xfrm>
            <a:off x="85729" y="571502"/>
            <a:ext cx="10118647" cy="62722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FF1743DE-497F-F856-3954-7A3995D39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12" y="653261"/>
            <a:ext cx="7480300" cy="6045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95D75C-F301-E2A4-66AE-4BE92C27D509}"/>
              </a:ext>
            </a:extLst>
          </p:cNvPr>
          <p:cNvSpPr txBox="1"/>
          <p:nvPr/>
        </p:nvSpPr>
        <p:spPr>
          <a:xfrm>
            <a:off x="8100416" y="2834957"/>
            <a:ext cx="9380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000" b="1" dirty="0">
                <a:solidFill>
                  <a:srgbClr val="002060"/>
                </a:solidFill>
                <a:latin typeface="Montserrat" pitchFamily="2" charset="77"/>
              </a:rPr>
              <a:t>Texto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C7BD9A-1952-768F-7327-87D907985726}"/>
              </a:ext>
            </a:extLst>
          </p:cNvPr>
          <p:cNvSpPr txBox="1"/>
          <p:nvPr/>
        </p:nvSpPr>
        <p:spPr>
          <a:xfrm>
            <a:off x="8026997" y="4567057"/>
            <a:ext cx="17616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b="1" dirty="0" err="1">
                <a:solidFill>
                  <a:srgbClr val="002060"/>
                </a:solidFill>
                <a:latin typeface="Montserrat" pitchFamily="2" charset="77"/>
              </a:rPr>
              <a:t>Chunk</a:t>
            </a:r>
            <a:endParaRPr lang="es-ES_tradnl" b="1" dirty="0">
              <a:solidFill>
                <a:srgbClr val="002060"/>
              </a:solidFill>
              <a:latin typeface="Montserrat" pitchFamily="2" charset="77"/>
            </a:endParaRPr>
          </a:p>
          <a:p>
            <a:pPr algn="ctr"/>
            <a:r>
              <a:rPr lang="es-ES_tradnl" dirty="0">
                <a:solidFill>
                  <a:srgbClr val="002060"/>
                </a:solidFill>
                <a:latin typeface="Montserrat" pitchFamily="2" charset="77"/>
              </a:rPr>
              <a:t>Código en R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C483AA2E-5F53-AA01-513F-EE61A8FA931E}"/>
              </a:ext>
            </a:extLst>
          </p:cNvPr>
          <p:cNvSpPr/>
          <p:nvPr/>
        </p:nvSpPr>
        <p:spPr>
          <a:xfrm>
            <a:off x="7688195" y="2436513"/>
            <a:ext cx="338802" cy="1287902"/>
          </a:xfrm>
          <a:prstGeom prst="rightBrace">
            <a:avLst>
              <a:gd name="adj1" fmla="val 60812"/>
              <a:gd name="adj2" fmla="val 50000"/>
            </a:avLst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CD508813-42A2-04A4-E6D2-C2E014D3945B}"/>
              </a:ext>
            </a:extLst>
          </p:cNvPr>
          <p:cNvSpPr/>
          <p:nvPr/>
        </p:nvSpPr>
        <p:spPr>
          <a:xfrm>
            <a:off x="7688195" y="4073585"/>
            <a:ext cx="338802" cy="1849456"/>
          </a:xfrm>
          <a:prstGeom prst="rightBrace">
            <a:avLst>
              <a:gd name="adj1" fmla="val 60812"/>
              <a:gd name="adj2" fmla="val 50000"/>
            </a:avLst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247ABE-4853-D94A-49CC-733D65F748B5}"/>
              </a:ext>
            </a:extLst>
          </p:cNvPr>
          <p:cNvSpPr txBox="1"/>
          <p:nvPr/>
        </p:nvSpPr>
        <p:spPr>
          <a:xfrm>
            <a:off x="2640180" y="3539749"/>
            <a:ext cx="417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solidFill>
                  <a:schemeClr val="accent2"/>
                </a:solidFill>
                <a:latin typeface="Montserrat" pitchFamily="2" charset="77"/>
              </a:rPr>
              <a:t>Inicio del </a:t>
            </a:r>
            <a:r>
              <a:rPr lang="es-ES_tradnl" dirty="0" err="1">
                <a:solidFill>
                  <a:schemeClr val="accent2"/>
                </a:solidFill>
                <a:latin typeface="Montserrat" pitchFamily="2" charset="77"/>
              </a:rPr>
              <a:t>chunk</a:t>
            </a:r>
            <a:endParaRPr lang="es-ES_tradnl" dirty="0">
              <a:solidFill>
                <a:schemeClr val="accent2"/>
              </a:solidFill>
              <a:latin typeface="Montserrat" pitchFamily="2" charset="7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1839D0-827D-5778-01F8-43423F61A69F}"/>
              </a:ext>
            </a:extLst>
          </p:cNvPr>
          <p:cNvSpPr txBox="1"/>
          <p:nvPr/>
        </p:nvSpPr>
        <p:spPr>
          <a:xfrm>
            <a:off x="2529665" y="6199202"/>
            <a:ext cx="4179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solidFill>
                  <a:schemeClr val="accent2"/>
                </a:solidFill>
                <a:latin typeface="Montserrat" pitchFamily="2" charset="77"/>
              </a:rPr>
              <a:t>Final del </a:t>
            </a:r>
            <a:r>
              <a:rPr lang="es-ES_tradnl" dirty="0" err="1">
                <a:solidFill>
                  <a:schemeClr val="accent2"/>
                </a:solidFill>
                <a:latin typeface="Montserrat" pitchFamily="2" charset="77"/>
              </a:rPr>
              <a:t>chunk</a:t>
            </a:r>
            <a:endParaRPr lang="es-ES_tradnl" dirty="0">
              <a:solidFill>
                <a:schemeClr val="accent2"/>
              </a:solidFill>
              <a:latin typeface="Montserrat" pitchFamily="2" charset="77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A307E26-1068-A1DD-4FE2-85C1FB9941B1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942975" y="3724415"/>
            <a:ext cx="1697205" cy="349170"/>
          </a:xfrm>
          <a:prstGeom prst="straightConnector1">
            <a:avLst/>
          </a:prstGeom>
          <a:ln w="34925">
            <a:headEnd type="none" w="med" len="med"/>
            <a:tailEnd type="triangl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4F25320-0945-A201-36AE-7A526C463906}"/>
              </a:ext>
            </a:extLst>
          </p:cNvPr>
          <p:cNvCxnSpPr>
            <a:cxnSpLocks/>
            <a:stCxn id="16" idx="1"/>
          </p:cNvCxnSpPr>
          <p:nvPr/>
        </p:nvCxnSpPr>
        <p:spPr>
          <a:xfrm flipH="1" flipV="1">
            <a:off x="710855" y="5821666"/>
            <a:ext cx="1818810" cy="562202"/>
          </a:xfrm>
          <a:prstGeom prst="straightConnector1">
            <a:avLst/>
          </a:prstGeom>
          <a:ln w="34925">
            <a:headEnd type="none" w="med" len="med"/>
            <a:tailEnd type="triangl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18BAEF0-6E37-B092-FC88-AF26429321B6}"/>
              </a:ext>
            </a:extLst>
          </p:cNvPr>
          <p:cNvSpPr txBox="1"/>
          <p:nvPr/>
        </p:nvSpPr>
        <p:spPr>
          <a:xfrm>
            <a:off x="8100416" y="1045213"/>
            <a:ext cx="8627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000" b="1" dirty="0" err="1">
                <a:solidFill>
                  <a:srgbClr val="002060"/>
                </a:solidFill>
                <a:latin typeface="Montserrat" pitchFamily="2" charset="77"/>
              </a:rPr>
              <a:t>Yaml</a:t>
            </a:r>
            <a:endParaRPr lang="es-ES_tradnl" sz="2000" b="1" dirty="0">
              <a:solidFill>
                <a:srgbClr val="002060"/>
              </a:solidFill>
              <a:latin typeface="Montserrat" pitchFamily="2" charset="77"/>
            </a:endParaRPr>
          </a:p>
        </p:txBody>
      </p:sp>
      <p:sp>
        <p:nvSpPr>
          <p:cNvPr id="31" name="Right Brace 30">
            <a:extLst>
              <a:ext uri="{FF2B5EF4-FFF2-40B4-BE49-F238E27FC236}">
                <a16:creationId xmlns:a16="http://schemas.microsoft.com/office/drawing/2014/main" id="{92E73CB2-4A74-67AC-B8B6-87A2AED9C8B2}"/>
              </a:ext>
            </a:extLst>
          </p:cNvPr>
          <p:cNvSpPr/>
          <p:nvPr/>
        </p:nvSpPr>
        <p:spPr>
          <a:xfrm>
            <a:off x="7688195" y="761073"/>
            <a:ext cx="338802" cy="1287902"/>
          </a:xfrm>
          <a:prstGeom prst="rightBrace">
            <a:avLst>
              <a:gd name="adj1" fmla="val 60812"/>
              <a:gd name="adj2" fmla="val 50000"/>
            </a:avLst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9625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BF4A577-9147-BB03-621B-45BC7311A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6800" y="1492250"/>
            <a:ext cx="4978400" cy="3873500"/>
          </a:xfrm>
          <a:prstGeom prst="rect">
            <a:avLst/>
          </a:prstGeom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8D5BA227-03E5-42C9-E974-D6A779D7FCDE}"/>
              </a:ext>
            </a:extLst>
          </p:cNvPr>
          <p:cNvSpPr/>
          <p:nvPr/>
        </p:nvSpPr>
        <p:spPr>
          <a:xfrm rot="10800000">
            <a:off x="7529511" y="1871662"/>
            <a:ext cx="585788" cy="457201"/>
          </a:xfrm>
          <a:prstGeom prst="triangl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51956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63A97012-6187-E9AF-4E25-C9CB28078F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8350" y="723900"/>
            <a:ext cx="2166927" cy="386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8591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7B502-1305-0D37-4535-237036B85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>
            <a:extLst>
              <a:ext uri="{FF2B5EF4-FFF2-40B4-BE49-F238E27FC236}">
                <a16:creationId xmlns:a16="http://schemas.microsoft.com/office/drawing/2014/main" id="{413182A1-5831-B99E-F5BB-96A5D52AF47F}"/>
              </a:ext>
            </a:extLst>
          </p:cNvPr>
          <p:cNvGrpSpPr/>
          <p:nvPr/>
        </p:nvGrpSpPr>
        <p:grpSpPr>
          <a:xfrm>
            <a:off x="1699740" y="115432"/>
            <a:ext cx="9111271" cy="6342518"/>
            <a:chOff x="1699740" y="115432"/>
            <a:chExt cx="9111271" cy="6342518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83C36303-4307-0D8B-3641-CE11A1D110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03811" y="115432"/>
              <a:ext cx="7103129" cy="6342518"/>
            </a:xfrm>
            <a:prstGeom prst="rect">
              <a:avLst/>
            </a:prstGeom>
          </p:spPr>
        </p:pic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D8BB1382-62B6-D306-3360-F573DE70B06F}"/>
                </a:ext>
              </a:extLst>
            </p:cNvPr>
            <p:cNvSpPr/>
            <p:nvPr/>
          </p:nvSpPr>
          <p:spPr>
            <a:xfrm>
              <a:off x="1699740" y="1856876"/>
              <a:ext cx="481786" cy="459825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b="1" dirty="0">
                  <a:latin typeface="Aptos Light" panose="020F0502020204030204" pitchFamily="34" charset="0"/>
                </a:rPr>
                <a:t>3</a:t>
              </a:r>
              <a:endParaRPr lang="es-CO" b="1" dirty="0">
                <a:latin typeface="Aptos Light" panose="020F0502020204030204" pitchFamily="34" charset="0"/>
              </a:endParaRPr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C3E52046-C2AF-83C0-24A0-400B962502FD}"/>
                </a:ext>
              </a:extLst>
            </p:cNvPr>
            <p:cNvSpPr/>
            <p:nvPr/>
          </p:nvSpPr>
          <p:spPr>
            <a:xfrm>
              <a:off x="10329225" y="845759"/>
              <a:ext cx="481786" cy="459825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b="1" dirty="0">
                  <a:latin typeface="Aptos Light" panose="020F0502020204030204" pitchFamily="34" charset="0"/>
                </a:rPr>
                <a:t>4</a:t>
              </a:r>
              <a:endParaRPr lang="es-CO" b="1" dirty="0">
                <a:latin typeface="Aptos Light" panose="020F0502020204030204" pitchFamily="34" charset="0"/>
              </a:endParaRPr>
            </a:p>
          </p:txBody>
        </p:sp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CF738A90-E42E-E401-6CA8-D0860AD13ADB}"/>
                </a:ext>
              </a:extLst>
            </p:cNvPr>
            <p:cNvSpPr/>
            <p:nvPr/>
          </p:nvSpPr>
          <p:spPr>
            <a:xfrm>
              <a:off x="4146637" y="4541300"/>
              <a:ext cx="481786" cy="459825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b="1" dirty="0">
                  <a:latin typeface="Aptos Light" panose="020F0502020204030204" pitchFamily="34" charset="0"/>
                </a:rPr>
                <a:t>6</a:t>
              </a:r>
              <a:endParaRPr lang="es-CO" b="1" dirty="0">
                <a:latin typeface="Aptos Light" panose="020F0502020204030204" pitchFamily="34" charset="0"/>
              </a:endParaRPr>
            </a:p>
          </p:txBody>
        </p:sp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F5AC3C0F-B026-8E6A-63F4-A2E02CEA1AE4}"/>
                </a:ext>
              </a:extLst>
            </p:cNvPr>
            <p:cNvSpPr/>
            <p:nvPr/>
          </p:nvSpPr>
          <p:spPr>
            <a:xfrm>
              <a:off x="10088332" y="3853066"/>
              <a:ext cx="481786" cy="459825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b="1" dirty="0">
                  <a:latin typeface="Aptos Light" panose="020F0502020204030204" pitchFamily="34" charset="0"/>
                </a:rPr>
                <a:t>5</a:t>
              </a:r>
              <a:endParaRPr lang="es-CO" b="1" dirty="0">
                <a:latin typeface="Aptos Light" panose="020F0502020204030204" pitchFamily="34" charset="0"/>
              </a:endParaRPr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25AE8BE6-9662-CBBD-EE33-286A69F9E6F0}"/>
                </a:ext>
              </a:extLst>
            </p:cNvPr>
            <p:cNvSpPr/>
            <p:nvPr/>
          </p:nvSpPr>
          <p:spPr>
            <a:xfrm>
              <a:off x="5855107" y="5986290"/>
              <a:ext cx="481786" cy="459825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b="1" dirty="0">
                  <a:latin typeface="Aptos Light" panose="020F0502020204030204" pitchFamily="34" charset="0"/>
                </a:rPr>
                <a:t>7</a:t>
              </a:r>
              <a:endParaRPr lang="es-CO" b="1" dirty="0">
                <a:latin typeface="Aptos Light" panose="020F0502020204030204" pitchFamily="34" charset="0"/>
              </a:endParaRPr>
            </a:p>
          </p:txBody>
        </p:sp>
        <p:sp>
          <p:nvSpPr>
            <p:cNvPr id="9" name="Rectángulo: esquinas redondeadas 8">
              <a:extLst>
                <a:ext uri="{FF2B5EF4-FFF2-40B4-BE49-F238E27FC236}">
                  <a16:creationId xmlns:a16="http://schemas.microsoft.com/office/drawing/2014/main" id="{9D6F72FF-F20A-F144-02D3-9AAE4C636BCE}"/>
                </a:ext>
              </a:extLst>
            </p:cNvPr>
            <p:cNvSpPr/>
            <p:nvPr/>
          </p:nvSpPr>
          <p:spPr>
            <a:xfrm>
              <a:off x="2703811" y="1856876"/>
              <a:ext cx="2063061" cy="459825"/>
            </a:xfrm>
            <a:prstGeom prst="roundRect">
              <a:avLst/>
            </a:prstGeom>
            <a:noFill/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sp>
          <p:nvSpPr>
            <p:cNvPr id="10" name="Rectángulo: esquinas redondeadas 9">
              <a:extLst>
                <a:ext uri="{FF2B5EF4-FFF2-40B4-BE49-F238E27FC236}">
                  <a16:creationId xmlns:a16="http://schemas.microsoft.com/office/drawing/2014/main" id="{4CC3AE8A-FD85-E46E-CCE3-496FBCEAA81E}"/>
                </a:ext>
              </a:extLst>
            </p:cNvPr>
            <p:cNvSpPr/>
            <p:nvPr/>
          </p:nvSpPr>
          <p:spPr>
            <a:xfrm>
              <a:off x="5064469" y="884420"/>
              <a:ext cx="4289393" cy="337998"/>
            </a:xfrm>
            <a:prstGeom prst="roundRect">
              <a:avLst/>
            </a:prstGeom>
            <a:noFill/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E23AB526-EE9A-3F48-13AB-AA6D6F3A9917}"/>
                </a:ext>
              </a:extLst>
            </p:cNvPr>
            <p:cNvSpPr/>
            <p:nvPr/>
          </p:nvSpPr>
          <p:spPr>
            <a:xfrm>
              <a:off x="5064469" y="3974892"/>
              <a:ext cx="4559216" cy="337998"/>
            </a:xfrm>
            <a:prstGeom prst="roundRect">
              <a:avLst/>
            </a:prstGeom>
            <a:noFill/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sp>
          <p:nvSpPr>
            <p:cNvPr id="12" name="Rectángulo: esquinas redondeadas 11">
              <a:extLst>
                <a:ext uri="{FF2B5EF4-FFF2-40B4-BE49-F238E27FC236}">
                  <a16:creationId xmlns:a16="http://schemas.microsoft.com/office/drawing/2014/main" id="{B16DDD33-56A2-BE2B-B4E6-7DF2717CDAC0}"/>
                </a:ext>
              </a:extLst>
            </p:cNvPr>
            <p:cNvSpPr/>
            <p:nvPr/>
          </p:nvSpPr>
          <p:spPr>
            <a:xfrm>
              <a:off x="7480091" y="6006495"/>
              <a:ext cx="1049311" cy="439620"/>
            </a:xfrm>
            <a:prstGeom prst="roundRect">
              <a:avLst/>
            </a:prstGeom>
            <a:noFill/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cxnSp>
          <p:nvCxnSpPr>
            <p:cNvPr id="13" name="Conector recto de flecha 12">
              <a:extLst>
                <a:ext uri="{FF2B5EF4-FFF2-40B4-BE49-F238E27FC236}">
                  <a16:creationId xmlns:a16="http://schemas.microsoft.com/office/drawing/2014/main" id="{0829A08D-EFB2-CEBB-7181-8DBB81E10E30}"/>
                </a:ext>
              </a:extLst>
            </p:cNvPr>
            <p:cNvCxnSpPr>
              <a:cxnSpLocks/>
            </p:cNvCxnSpPr>
            <p:nvPr/>
          </p:nvCxnSpPr>
          <p:spPr>
            <a:xfrm>
              <a:off x="2087718" y="2086788"/>
              <a:ext cx="616093" cy="1"/>
            </a:xfrm>
            <a:prstGeom prst="straightConnector1">
              <a:avLst/>
            </a:prstGeom>
            <a:ln w="3810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de flecha 13">
              <a:extLst>
                <a:ext uri="{FF2B5EF4-FFF2-40B4-BE49-F238E27FC236}">
                  <a16:creationId xmlns:a16="http://schemas.microsoft.com/office/drawing/2014/main" id="{F2DD3802-F71A-3913-3BC9-0E70BA0CEEE2}"/>
                </a:ext>
              </a:extLst>
            </p:cNvPr>
            <p:cNvCxnSpPr>
              <a:cxnSpLocks/>
            </p:cNvCxnSpPr>
            <p:nvPr/>
          </p:nvCxnSpPr>
          <p:spPr>
            <a:xfrm>
              <a:off x="4515530" y="4803457"/>
              <a:ext cx="616093" cy="1"/>
            </a:xfrm>
            <a:prstGeom prst="straightConnector1">
              <a:avLst/>
            </a:prstGeom>
            <a:ln w="3810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de flecha 14">
              <a:extLst>
                <a:ext uri="{FF2B5EF4-FFF2-40B4-BE49-F238E27FC236}">
                  <a16:creationId xmlns:a16="http://schemas.microsoft.com/office/drawing/2014/main" id="{DDE640F0-65CC-F0CB-C2D5-19741D5F957E}"/>
                </a:ext>
              </a:extLst>
            </p:cNvPr>
            <p:cNvCxnSpPr>
              <a:cxnSpLocks/>
              <a:stCxn id="8" idx="6"/>
            </p:cNvCxnSpPr>
            <p:nvPr/>
          </p:nvCxnSpPr>
          <p:spPr>
            <a:xfrm>
              <a:off x="6336893" y="6216203"/>
              <a:ext cx="1143198" cy="10102"/>
            </a:xfrm>
            <a:prstGeom prst="straightConnector1">
              <a:avLst/>
            </a:prstGeom>
            <a:ln w="3810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de flecha 17">
              <a:extLst>
                <a:ext uri="{FF2B5EF4-FFF2-40B4-BE49-F238E27FC236}">
                  <a16:creationId xmlns:a16="http://schemas.microsoft.com/office/drawing/2014/main" id="{C53D5C16-E8C8-C63B-3FFA-2DA2B08D7CA4}"/>
                </a:ext>
              </a:extLst>
            </p:cNvPr>
            <p:cNvCxnSpPr>
              <a:cxnSpLocks/>
              <a:stCxn id="5" idx="2"/>
            </p:cNvCxnSpPr>
            <p:nvPr/>
          </p:nvCxnSpPr>
          <p:spPr>
            <a:xfrm flipH="1">
              <a:off x="9353862" y="1075672"/>
              <a:ext cx="975363" cy="0"/>
            </a:xfrm>
            <a:prstGeom prst="straightConnector1">
              <a:avLst/>
            </a:prstGeom>
            <a:ln w="3810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cto de flecha 22">
              <a:extLst>
                <a:ext uri="{FF2B5EF4-FFF2-40B4-BE49-F238E27FC236}">
                  <a16:creationId xmlns:a16="http://schemas.microsoft.com/office/drawing/2014/main" id="{7CD4B243-AB38-FF78-7F84-0FF0F6488FD1}"/>
                </a:ext>
              </a:extLst>
            </p:cNvPr>
            <p:cNvCxnSpPr>
              <a:cxnSpLocks/>
              <a:stCxn id="7" idx="2"/>
            </p:cNvCxnSpPr>
            <p:nvPr/>
          </p:nvCxnSpPr>
          <p:spPr>
            <a:xfrm flipH="1" flipV="1">
              <a:off x="9600650" y="4082808"/>
              <a:ext cx="487682" cy="171"/>
            </a:xfrm>
            <a:prstGeom prst="straightConnector1">
              <a:avLst/>
            </a:prstGeom>
            <a:ln w="3810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17966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7FC84-EF5B-7803-B774-2240F065F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DDFBF2B-6136-3900-062B-9A9384D14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330" y="294718"/>
            <a:ext cx="9659126" cy="6432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681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FFF64-C8A5-94A9-6949-ED5298E8F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o 11">
            <a:extLst>
              <a:ext uri="{FF2B5EF4-FFF2-40B4-BE49-F238E27FC236}">
                <a16:creationId xmlns:a16="http://schemas.microsoft.com/office/drawing/2014/main" id="{769988F5-F84F-AC6D-C906-A090FB9184E6}"/>
              </a:ext>
            </a:extLst>
          </p:cNvPr>
          <p:cNvGrpSpPr/>
          <p:nvPr/>
        </p:nvGrpSpPr>
        <p:grpSpPr>
          <a:xfrm>
            <a:off x="237509" y="609600"/>
            <a:ext cx="7422465" cy="5475514"/>
            <a:chOff x="237509" y="609600"/>
            <a:chExt cx="7422465" cy="5475514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1BF3B897-786D-C94F-5259-15244DD055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34763"/>
            <a:stretch>
              <a:fillRect/>
            </a:stretch>
          </p:blipFill>
          <p:spPr>
            <a:xfrm>
              <a:off x="237509" y="609600"/>
              <a:ext cx="7422465" cy="5475514"/>
            </a:xfrm>
            <a:prstGeom prst="rect">
              <a:avLst/>
            </a:prstGeom>
          </p:spPr>
        </p:pic>
        <p:sp>
          <p:nvSpPr>
            <p:cNvPr id="5" name="Rectángulo: esquinas redondeadas 4">
              <a:extLst>
                <a:ext uri="{FF2B5EF4-FFF2-40B4-BE49-F238E27FC236}">
                  <a16:creationId xmlns:a16="http://schemas.microsoft.com/office/drawing/2014/main" id="{83A5D6CE-9499-A981-D748-C282AE3B9A76}"/>
                </a:ext>
              </a:extLst>
            </p:cNvPr>
            <p:cNvSpPr/>
            <p:nvPr/>
          </p:nvSpPr>
          <p:spPr>
            <a:xfrm>
              <a:off x="2149175" y="2201650"/>
              <a:ext cx="2063061" cy="459825"/>
            </a:xfrm>
            <a:prstGeom prst="roundRect">
              <a:avLst/>
            </a:prstGeom>
            <a:noFill/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F62A8F66-E693-90D3-316C-D05ACEA3F1C0}"/>
                </a:ext>
              </a:extLst>
            </p:cNvPr>
            <p:cNvGrpSpPr/>
            <p:nvPr/>
          </p:nvGrpSpPr>
          <p:grpSpPr>
            <a:xfrm>
              <a:off x="4212236" y="2201650"/>
              <a:ext cx="1100727" cy="459825"/>
              <a:chOff x="4212236" y="2201650"/>
              <a:chExt cx="1100727" cy="459825"/>
            </a:xfrm>
          </p:grpSpPr>
          <p:cxnSp>
            <p:nvCxnSpPr>
              <p:cNvPr id="7" name="Conector recto de flecha 6">
                <a:extLst>
                  <a:ext uri="{FF2B5EF4-FFF2-40B4-BE49-F238E27FC236}">
                    <a16:creationId xmlns:a16="http://schemas.microsoft.com/office/drawing/2014/main" id="{B63E3F4F-B853-4886-4224-65E1B771D39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212236" y="2431562"/>
                <a:ext cx="764498" cy="0"/>
              </a:xfrm>
              <a:prstGeom prst="straightConnector1">
                <a:avLst/>
              </a:prstGeom>
              <a:ln w="38100">
                <a:solidFill>
                  <a:schemeClr val="accent5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Elipse 9">
                <a:extLst>
                  <a:ext uri="{FF2B5EF4-FFF2-40B4-BE49-F238E27FC236}">
                    <a16:creationId xmlns:a16="http://schemas.microsoft.com/office/drawing/2014/main" id="{D2369AA7-B54B-BDF6-D288-345F44519402}"/>
                  </a:ext>
                </a:extLst>
              </p:cNvPr>
              <p:cNvSpPr/>
              <p:nvPr/>
            </p:nvSpPr>
            <p:spPr>
              <a:xfrm>
                <a:off x="4831177" y="2201650"/>
                <a:ext cx="481786" cy="459825"/>
              </a:xfrm>
              <a:prstGeom prst="ellipse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b="1" dirty="0">
                    <a:latin typeface="Aptos Light" panose="020F0502020204030204" pitchFamily="34" charset="0"/>
                  </a:rPr>
                  <a:t>8</a:t>
                </a:r>
                <a:endParaRPr lang="es-CO" b="1" dirty="0">
                  <a:latin typeface="Aptos Light" panose="020F050202020403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22765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91279-CA9C-423D-DD1C-B8521FB61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upo 20">
            <a:extLst>
              <a:ext uri="{FF2B5EF4-FFF2-40B4-BE49-F238E27FC236}">
                <a16:creationId xmlns:a16="http://schemas.microsoft.com/office/drawing/2014/main" id="{E85FB96C-2155-83C3-EE2B-3204C93DF946}"/>
              </a:ext>
            </a:extLst>
          </p:cNvPr>
          <p:cNvGrpSpPr/>
          <p:nvPr/>
        </p:nvGrpSpPr>
        <p:grpSpPr>
          <a:xfrm>
            <a:off x="1558946" y="316583"/>
            <a:ext cx="8816023" cy="6316123"/>
            <a:chOff x="1558946" y="316583"/>
            <a:chExt cx="8816023" cy="6316123"/>
          </a:xfrm>
        </p:grpSpPr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179E9F34-673E-D5E0-637A-E405F92B4F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5415" y="316583"/>
              <a:ext cx="8295256" cy="6316123"/>
            </a:xfrm>
            <a:prstGeom prst="rect">
              <a:avLst/>
            </a:prstGeom>
          </p:spPr>
        </p:pic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2D5F8E49-3C00-7180-3EC6-EC78233CA258}"/>
                </a:ext>
              </a:extLst>
            </p:cNvPr>
            <p:cNvSpPr/>
            <p:nvPr/>
          </p:nvSpPr>
          <p:spPr>
            <a:xfrm>
              <a:off x="1567541" y="2110522"/>
              <a:ext cx="636996" cy="587868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b="1" dirty="0">
                  <a:latin typeface="Aptos Light" panose="020F0502020204030204" pitchFamily="34" charset="0"/>
                </a:rPr>
                <a:t>10</a:t>
              </a:r>
              <a:endParaRPr lang="es-CO" b="1" dirty="0">
                <a:latin typeface="Aptos Light" panose="020F0502020204030204" pitchFamily="34" charset="0"/>
              </a:endParaRPr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B4437021-2730-3AB3-0F0F-BDF8D3D3C60E}"/>
                </a:ext>
              </a:extLst>
            </p:cNvPr>
            <p:cNvSpPr/>
            <p:nvPr/>
          </p:nvSpPr>
          <p:spPr>
            <a:xfrm>
              <a:off x="1567543" y="1130807"/>
              <a:ext cx="636996" cy="587868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b="1" dirty="0">
                  <a:latin typeface="Aptos Light" panose="020F0502020204030204" pitchFamily="34" charset="0"/>
                </a:rPr>
                <a:t>9</a:t>
              </a:r>
              <a:endParaRPr lang="es-CO" b="1" dirty="0">
                <a:latin typeface="Aptos Light" panose="020F0502020204030204" pitchFamily="34" charset="0"/>
              </a:endParaRPr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9125C5E9-CCC5-7575-AB4E-B38F46745960}"/>
                </a:ext>
              </a:extLst>
            </p:cNvPr>
            <p:cNvSpPr/>
            <p:nvPr/>
          </p:nvSpPr>
          <p:spPr>
            <a:xfrm>
              <a:off x="1569832" y="3090237"/>
              <a:ext cx="636996" cy="587868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b="1" dirty="0">
                  <a:latin typeface="Aptos Light" panose="020F0502020204030204" pitchFamily="34" charset="0"/>
                </a:rPr>
                <a:t>11</a:t>
              </a:r>
              <a:endParaRPr lang="es-CO" b="1" dirty="0">
                <a:latin typeface="Aptos Light" panose="020F0502020204030204" pitchFamily="34" charset="0"/>
              </a:endParaRPr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69D8E26B-7BDC-3696-75F9-E3063B396C6B}"/>
                </a:ext>
              </a:extLst>
            </p:cNvPr>
            <p:cNvSpPr/>
            <p:nvPr/>
          </p:nvSpPr>
          <p:spPr>
            <a:xfrm>
              <a:off x="1558946" y="4069952"/>
              <a:ext cx="636996" cy="587868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b="1" dirty="0">
                  <a:latin typeface="Aptos Light" panose="020F0502020204030204" pitchFamily="34" charset="0"/>
                </a:rPr>
                <a:t>12</a:t>
              </a:r>
              <a:endParaRPr lang="es-CO" b="1" dirty="0">
                <a:latin typeface="Aptos Light" panose="020F0502020204030204" pitchFamily="34" charset="0"/>
              </a:endParaRPr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244B0086-21D9-13F1-DC10-E65B5CD3B56C}"/>
                </a:ext>
              </a:extLst>
            </p:cNvPr>
            <p:cNvSpPr/>
            <p:nvPr/>
          </p:nvSpPr>
          <p:spPr>
            <a:xfrm>
              <a:off x="1558946" y="5037514"/>
              <a:ext cx="636996" cy="587868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b="1" dirty="0">
                  <a:latin typeface="Aptos Light" panose="020F0502020204030204" pitchFamily="34" charset="0"/>
                </a:rPr>
                <a:t>13</a:t>
              </a:r>
              <a:endParaRPr lang="es-CO" b="1" dirty="0">
                <a:latin typeface="Aptos Light" panose="020F0502020204030204" pitchFamily="34" charset="0"/>
              </a:endParaRPr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94BB8E45-F049-D5B5-DA79-F68F74D1A41A}"/>
                </a:ext>
              </a:extLst>
            </p:cNvPr>
            <p:cNvSpPr/>
            <p:nvPr/>
          </p:nvSpPr>
          <p:spPr>
            <a:xfrm>
              <a:off x="9737973" y="5485094"/>
              <a:ext cx="636996" cy="587868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b="1" dirty="0">
                  <a:latin typeface="Aptos Light" panose="020F0502020204030204" pitchFamily="34" charset="0"/>
                </a:rPr>
                <a:t>14</a:t>
              </a:r>
              <a:endParaRPr lang="es-CO" b="1" dirty="0">
                <a:latin typeface="Aptos Light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62961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C4889-0BEB-8EE2-583B-4870E83E0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upo 15">
            <a:extLst>
              <a:ext uri="{FF2B5EF4-FFF2-40B4-BE49-F238E27FC236}">
                <a16:creationId xmlns:a16="http://schemas.microsoft.com/office/drawing/2014/main" id="{A9C245DE-7DF0-6F40-3C87-5CC75D045105}"/>
              </a:ext>
            </a:extLst>
          </p:cNvPr>
          <p:cNvGrpSpPr/>
          <p:nvPr/>
        </p:nvGrpSpPr>
        <p:grpSpPr>
          <a:xfrm>
            <a:off x="927894" y="374269"/>
            <a:ext cx="7105085" cy="3588132"/>
            <a:chOff x="912904" y="374269"/>
            <a:chExt cx="7105085" cy="3588132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73263813-0648-A474-712A-1CF35373FA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40250" b="42215"/>
            <a:stretch>
              <a:fillRect/>
            </a:stretch>
          </p:blipFill>
          <p:spPr>
            <a:xfrm>
              <a:off x="2011681" y="374269"/>
              <a:ext cx="4960619" cy="3588132"/>
            </a:xfrm>
            <a:prstGeom prst="rect">
              <a:avLst/>
            </a:prstGeom>
          </p:spPr>
        </p:pic>
        <p:sp>
          <p:nvSpPr>
            <p:cNvPr id="5" name="Rectángulo: esquinas redondeadas 4">
              <a:extLst>
                <a:ext uri="{FF2B5EF4-FFF2-40B4-BE49-F238E27FC236}">
                  <a16:creationId xmlns:a16="http://schemas.microsoft.com/office/drawing/2014/main" id="{A4CF3919-2B58-16AE-45BA-AB9804D62657}"/>
                </a:ext>
              </a:extLst>
            </p:cNvPr>
            <p:cNvSpPr/>
            <p:nvPr/>
          </p:nvSpPr>
          <p:spPr>
            <a:xfrm>
              <a:off x="2010783" y="832086"/>
              <a:ext cx="2786068" cy="320842"/>
            </a:xfrm>
            <a:prstGeom prst="roundRect">
              <a:avLst/>
            </a:prstGeom>
            <a:noFill/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sp>
          <p:nvSpPr>
            <p:cNvPr id="9" name="Rectángulo: esquinas redondeadas 8">
              <a:extLst>
                <a:ext uri="{FF2B5EF4-FFF2-40B4-BE49-F238E27FC236}">
                  <a16:creationId xmlns:a16="http://schemas.microsoft.com/office/drawing/2014/main" id="{9368B740-EDFC-762E-B728-3B3E51FD0995}"/>
                </a:ext>
              </a:extLst>
            </p:cNvPr>
            <p:cNvSpPr/>
            <p:nvPr/>
          </p:nvSpPr>
          <p:spPr>
            <a:xfrm>
              <a:off x="4816446" y="1404205"/>
              <a:ext cx="2230804" cy="364633"/>
            </a:xfrm>
            <a:prstGeom prst="roundRect">
              <a:avLst/>
            </a:prstGeom>
            <a:noFill/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9D16F945-AAA8-B2A9-EDC8-B91E523EBDB6}"/>
                </a:ext>
              </a:extLst>
            </p:cNvPr>
            <p:cNvSpPr/>
            <p:nvPr/>
          </p:nvSpPr>
          <p:spPr>
            <a:xfrm>
              <a:off x="912904" y="762594"/>
              <a:ext cx="481786" cy="459825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b="1" dirty="0">
                  <a:latin typeface="Aptos Light" panose="020F0502020204030204" pitchFamily="34" charset="0"/>
                </a:rPr>
                <a:t>1</a:t>
              </a:r>
              <a:endParaRPr lang="es-CO" b="1" dirty="0">
                <a:latin typeface="Aptos Light" panose="020F0502020204030204" pitchFamily="34" charset="0"/>
              </a:endParaRPr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FE627E1F-618B-B25D-2085-E95E3E251E53}"/>
                </a:ext>
              </a:extLst>
            </p:cNvPr>
            <p:cNvSpPr/>
            <p:nvPr/>
          </p:nvSpPr>
          <p:spPr>
            <a:xfrm>
              <a:off x="7536203" y="1347271"/>
              <a:ext cx="481786" cy="459825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b="1" dirty="0">
                  <a:latin typeface="Aptos Light" panose="020F0502020204030204" pitchFamily="34" charset="0"/>
                </a:rPr>
                <a:t>2</a:t>
              </a:r>
              <a:endParaRPr lang="es-CO" b="1" dirty="0">
                <a:latin typeface="Aptos Light" panose="020F0502020204030204" pitchFamily="34" charset="0"/>
              </a:endParaRPr>
            </a:p>
          </p:txBody>
        </p:sp>
        <p:cxnSp>
          <p:nvCxnSpPr>
            <p:cNvPr id="13" name="Conector recto de flecha 12">
              <a:extLst>
                <a:ext uri="{FF2B5EF4-FFF2-40B4-BE49-F238E27FC236}">
                  <a16:creationId xmlns:a16="http://schemas.microsoft.com/office/drawing/2014/main" id="{3D69E4AC-B143-33AC-2179-3EA37A89B6EA}"/>
                </a:ext>
              </a:extLst>
            </p:cNvPr>
            <p:cNvCxnSpPr>
              <a:cxnSpLocks/>
              <a:endCxn id="5" idx="1"/>
            </p:cNvCxnSpPr>
            <p:nvPr/>
          </p:nvCxnSpPr>
          <p:spPr>
            <a:xfrm>
              <a:off x="1394690" y="992506"/>
              <a:ext cx="616093" cy="1"/>
            </a:xfrm>
            <a:prstGeom prst="straightConnector1">
              <a:avLst/>
            </a:prstGeom>
            <a:ln w="3810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de flecha 13">
              <a:extLst>
                <a:ext uri="{FF2B5EF4-FFF2-40B4-BE49-F238E27FC236}">
                  <a16:creationId xmlns:a16="http://schemas.microsoft.com/office/drawing/2014/main" id="{A2E1F3FD-C8F5-4D20-8D78-2915913409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47250" y="1577184"/>
              <a:ext cx="517937" cy="0"/>
            </a:xfrm>
            <a:prstGeom prst="straightConnector1">
              <a:avLst/>
            </a:prstGeom>
            <a:ln w="3810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557974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C52B2-5E9D-9D18-A191-4AACA7BBB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DEDF4E6-A15F-CC75-78F4-3E129C8EA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548" y="676825"/>
            <a:ext cx="7282292" cy="548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411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DA390-F29D-5C03-7A70-5892F5C87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>
            <a:extLst>
              <a:ext uri="{FF2B5EF4-FFF2-40B4-BE49-F238E27FC236}">
                <a16:creationId xmlns:a16="http://schemas.microsoft.com/office/drawing/2014/main" id="{EE8DA716-1905-88AD-8365-C95EA53B76B2}"/>
              </a:ext>
            </a:extLst>
          </p:cNvPr>
          <p:cNvGrpSpPr/>
          <p:nvPr/>
        </p:nvGrpSpPr>
        <p:grpSpPr>
          <a:xfrm>
            <a:off x="91972" y="179560"/>
            <a:ext cx="12430486" cy="5786900"/>
            <a:chOff x="91972" y="179560"/>
            <a:chExt cx="12430486" cy="5786900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88A22EE2-D007-0D51-7C15-8ECE086FBD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972" y="179561"/>
              <a:ext cx="3679928" cy="5149566"/>
            </a:xfrm>
            <a:prstGeom prst="rect">
              <a:avLst/>
            </a:prstGeom>
          </p:spPr>
        </p:pic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AF6BF3C7-FC3D-464D-61B6-C6EB452730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440" r="4858"/>
            <a:stretch>
              <a:fillRect/>
            </a:stretch>
          </p:blipFill>
          <p:spPr>
            <a:xfrm>
              <a:off x="3853542" y="179561"/>
              <a:ext cx="3679928" cy="5786899"/>
            </a:xfrm>
            <a:prstGeom prst="rect">
              <a:avLst/>
            </a:prstGeom>
          </p:spPr>
        </p:pic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62AC6748-0CED-D5D0-5668-1CF53150F4EB}"/>
                </a:ext>
              </a:extLst>
            </p:cNvPr>
            <p:cNvSpPr txBox="1"/>
            <p:nvPr/>
          </p:nvSpPr>
          <p:spPr>
            <a:xfrm>
              <a:off x="7785737" y="2503170"/>
              <a:ext cx="126873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400" dirty="0"/>
                <a:t>…</a:t>
              </a:r>
              <a:endParaRPr lang="es-CO" sz="4400" dirty="0"/>
            </a:p>
          </p:txBody>
        </p:sp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2EEA068B-E3D5-AF8C-2EAC-432F88045D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7109"/>
            <a:stretch>
              <a:fillRect/>
            </a:stretch>
          </p:blipFill>
          <p:spPr>
            <a:xfrm>
              <a:off x="8420102" y="179560"/>
              <a:ext cx="4102356" cy="57868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71547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602</TotalTime>
  <Words>27</Words>
  <Application>Microsoft Office PowerPoint</Application>
  <PresentationFormat>Panorámica</PresentationFormat>
  <Paragraphs>21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Aptos Light</vt:lpstr>
      <vt:lpstr>Arial</vt:lpstr>
      <vt:lpstr>Calibri</vt:lpstr>
      <vt:lpstr>Calibri Light</vt:lpstr>
      <vt:lpstr>Montserrat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Zulma Milena Cucunubá Pérez</dc:creator>
  <cp:lastModifiedBy>Jennifer Murillo Alvarado</cp:lastModifiedBy>
  <cp:revision>2</cp:revision>
  <dcterms:created xsi:type="dcterms:W3CDTF">2023-07-27T14:01:16Z</dcterms:created>
  <dcterms:modified xsi:type="dcterms:W3CDTF">2025-09-17T05:39:36Z</dcterms:modified>
</cp:coreProperties>
</file>